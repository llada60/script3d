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8DE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651967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SCRIPT3D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01418"/>
          </a:solidFill>
          <a:ln w="12700">
            <a:solidFill>
              <a:srgbClr val="101418"/>
            </a:solidFill>
            <a:prstDash val="solid"/>
          </a:ln>
        </p:spPr>
      </p:sp>
      <p:pic>
        <p:nvPicPr>
          <p:cNvPr id="4" name="Image 0" descr="/Users/ll/Gosim2026-Paris/pic_readme/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713232" cy="7132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645920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SCRIPT3D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85216" y="233172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9E2EC"/>
                </a:solidFill>
              </a:rPr>
              <a:t>Script-backed, controllable, reproducible 3D asset generation in Blender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94360" y="5440680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3C4"/>
                </a:solidFill>
              </a:rPr>
              <a:t>Hackathon presentation | Key highlights only</a:t>
            </a:r>
            <a:endParaRPr lang="en-US" sz="1000" dirty="0"/>
          </a:p>
        </p:txBody>
      </p:sp>
      <p:pic>
        <p:nvPicPr>
          <p:cNvPr id="8" name="Image 1" descr="/Users/ll/Gosim2026-Paris/pic_readme/motiv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502920"/>
            <a:ext cx="6903720" cy="3886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54880" y="502920"/>
            <a:ext cx="6903720" cy="3886200"/>
          </a:xfrm>
          <a:prstGeom prst="rect">
            <a:avLst/>
          </a:prstGeom>
          <a:solidFill>
            <a:srgbClr val="000000">
              <a:alpha val="0"/>
            </a:srgbClr>
          </a:solidFill>
          <a:ln w="10160">
            <a:solidFill>
              <a:srgbClr val="D7DE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0" y="48006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Core thesis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754880" y="5138928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7142E"/>
                </a:solidFill>
              </a:rPr>
              <a:t>Treat every generated 3D asset as a reproducible object: code + metadata + scene context, not a one-off mesh.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1600200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GOSIM 2026 Paris Hackathon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42E"/>
                </a:solidFill>
              </a:rPr>
              <a:t>Text-to-3D is useful, but weak for real workflows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084"/>
                </a:solidFill>
              </a:rPr>
              <a:t>A black-box mesh can look good once, then fail when the scene needs iteration.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3108960" cy="1417320"/>
          </a:xfrm>
          <a:prstGeom prst="roundRect">
            <a:avLst>
              <a:gd name="adj" fmla="val 258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" y="1929384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1FA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1FA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-&gt; generated mesh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1FA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-&gt; hard to edit later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069080" y="2487168"/>
            <a:ext cx="731520" cy="0"/>
          </a:xfrm>
          <a:prstGeom prst="line">
            <a:avLst/>
          </a:prstGeom>
          <a:noFill/>
          <a:ln w="19050">
            <a:solidFill>
              <a:srgbClr val="EA6A1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74920" y="1508760"/>
            <a:ext cx="20574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74920" y="1508760"/>
            <a:ext cx="73152" cy="1874520"/>
          </a:xfrm>
          <a:prstGeom prst="rect">
            <a:avLst/>
          </a:prstGeom>
          <a:solidFill>
            <a:srgbClr val="EA6A1A"/>
          </a:solidFill>
          <a:ln w="12700">
            <a:solidFill>
              <a:srgbClr val="EA6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17099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No provenance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2103120"/>
            <a:ext cx="167335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Which factory, seed, script, or prompt produced this asset?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60920" y="1508760"/>
            <a:ext cx="20574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1508760"/>
            <a:ext cx="73152" cy="1874520"/>
          </a:xfrm>
          <a:prstGeom prst="rect">
            <a:avLst/>
          </a:prstGeom>
          <a:solidFill>
            <a:srgbClr val="6D45B8"/>
          </a:solidFill>
          <a:ln w="12700">
            <a:solidFill>
              <a:srgbClr val="6D45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7099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No stable handle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2103120"/>
            <a:ext cx="167335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“The apple” becomes ambiguous after multiple objects exist.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646920" y="1508760"/>
            <a:ext cx="20574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46920" y="1508760"/>
            <a:ext cx="73152" cy="18745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0" y="1709928"/>
            <a:ext cx="1673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No scene memory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875520" y="2103120"/>
            <a:ext cx="167335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Size, support surface, pose, and relation are easy to lose.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40690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7142E"/>
                </a:solidFill>
              </a:rPr>
              <a:t>User asks later: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74520" y="3959352"/>
            <a:ext cx="2606040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47672" y="4027932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“make the desk marble”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92040" y="3959352"/>
            <a:ext cx="2606040" cy="310896"/>
          </a:xfrm>
          <a:prstGeom prst="roundRect">
            <a:avLst>
              <a:gd name="adj" fmla="val 23529"/>
            </a:avLst>
          </a:prstGeom>
          <a:solidFill>
            <a:srgbClr val="16803A"/>
          </a:solidFill>
          <a:ln w="12700">
            <a:solidFill>
              <a:srgbClr val="168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4027932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“replace the apple with a green one”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909560" y="3959352"/>
            <a:ext cx="2606040" cy="310896"/>
          </a:xfrm>
          <a:prstGeom prst="roundRect">
            <a:avLst>
              <a:gd name="adj" fmla="val 23529"/>
            </a:avLst>
          </a:prstGeom>
          <a:solidFill>
            <a:srgbClr val="EA6A1A"/>
          </a:solidFill>
          <a:ln w="12700">
            <a:solidFill>
              <a:srgbClr val="EA6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82712" y="4027932"/>
            <a:ext cx="2459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“put the lamp on the side table”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13232" y="495604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7142E"/>
                </a:solidFill>
              </a:rPr>
              <a:t>These are not just visual edits. They require asset identity, generation history, and spatial consistency.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600200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GOSIM 2026 Paris Hackathon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42E"/>
                </a:solidFill>
              </a:rPr>
              <a:t>SCRIPT3D makes generated assets inspectable and repeatable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084"/>
                </a:solidFill>
              </a:rPr>
              <a:t>The asset is not only geometry. It carries the procedure and scene facts needed to regenerate or edit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901952"/>
            <a:ext cx="22860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01952"/>
            <a:ext cx="73152" cy="2194560"/>
          </a:xfrm>
          <a:prstGeom prst="rect">
            <a:avLst/>
          </a:prstGeom>
          <a:solidFill>
            <a:srgbClr val="16803A"/>
          </a:solidFill>
          <a:ln w="12700">
            <a:solidFill>
              <a:srgbClr val="1680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3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Python generation script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496312"/>
            <a:ext cx="19019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Factory path, category, seed, source prompt, edit prompt, scale, and location.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901952"/>
            <a:ext cx="22860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901952"/>
            <a:ext cx="73152" cy="21945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103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Scene index JSON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2496312"/>
            <a:ext cx="19019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Stable object_id, semantic category, dimensions, materials, and relations.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901952"/>
            <a:ext cx="22860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901952"/>
            <a:ext cx="73152" cy="2194560"/>
          </a:xfrm>
          <a:prstGeom prst="rect">
            <a:avLst/>
          </a:prstGeom>
          <a:solidFill>
            <a:srgbClr val="EA6A1A"/>
          </a:solidFill>
          <a:ln w="12700">
            <a:solidFill>
              <a:srgbClr val="EA6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2103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Blender object group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496312"/>
            <a:ext cx="19019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Root object and children are tagged, moved, replaced, rendered, and saved coherently.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41080" y="1901952"/>
            <a:ext cx="228600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41080" y="1901952"/>
            <a:ext cx="73152" cy="2194560"/>
          </a:xfrm>
          <a:prstGeom prst="rect">
            <a:avLst/>
          </a:prstGeom>
          <a:solidFill>
            <a:srgbClr val="6D45B8"/>
          </a:solidFill>
          <a:ln w="12700">
            <a:solidFill>
              <a:srgbClr val="6D45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210312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Visual feedback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0" y="2496312"/>
            <a:ext cx="1901952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Verifier and camera agents check intent, visibility, placement, and scene plausibility.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24912" y="4617720"/>
            <a:ext cx="6720840" cy="0"/>
          </a:xfrm>
          <a:prstGeom prst="line">
            <a:avLst/>
          </a:prstGeom>
          <a:noFill/>
          <a:ln w="15240">
            <a:solidFill>
              <a:srgbClr val="D7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07492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42E"/>
                </a:solidFill>
              </a:rPr>
              <a:t>prompt -&gt; plan -&gt; structured tools -&gt; Blender execution -&gt; metadata -&gt; render -&gt; verify -&gt; correct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0200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GOSIM 2026 Paris Hackathon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42E"/>
                </a:solidFill>
              </a:rPr>
              <a:t>Multi-agent architecture with a narrow execution surface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27084"/>
                </a:solidFill>
              </a:rPr>
              <a:t>Flexible natural-language planning, but Blender only receives structured, whitelisted JSON commands.</a:t>
            </a:r>
            <a:endParaRPr lang="en-US" sz="1400" dirty="0"/>
          </a:p>
        </p:txBody>
      </p:sp>
      <p:pic>
        <p:nvPicPr>
          <p:cNvPr id="5" name="Image 0" descr="/Users/ll/Gosim2026-Paris/pic_readme/tea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72768"/>
            <a:ext cx="110185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572768"/>
            <a:ext cx="11018520" cy="4617720"/>
          </a:xfrm>
          <a:prstGeom prst="rect">
            <a:avLst/>
          </a:prstGeom>
          <a:solidFill>
            <a:srgbClr val="000000">
              <a:alpha val="0"/>
            </a:srgbClr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00200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GOSIM 2026 Paris Hackathon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DEMO 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42E"/>
                </a:solidFill>
              </a:rPr>
              <a:t>End-to-end demo: from prompt to editable scene asset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749040" cy="585216"/>
          </a:xfrm>
          <a:prstGeom prst="roundRect">
            <a:avLst>
              <a:gd name="adj" fmla="val 9375"/>
            </a:avLst>
          </a:prstGeom>
          <a:solidFill>
            <a:srgbClr val="EAF2FF"/>
          </a:solidFill>
          <a:ln w="12700">
            <a:solidFill>
              <a:srgbClr val="C6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7142E"/>
                </a:solidFill>
              </a:rPr>
              <a:t>“add a desk and put a desk lamp on it”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35915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7802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28895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42E"/>
                </a:solidFill>
              </a:rPr>
              <a:t>Resolve categories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21208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084"/>
                </a:solidFill>
              </a:rPr>
              <a:t>desk + desk_lamp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88720" y="2560320"/>
            <a:ext cx="1207008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62072" y="2359152"/>
            <a:ext cx="411480" cy="411480"/>
          </a:xfrm>
          <a:prstGeom prst="ellipse">
            <a:avLst/>
          </a:prstGeom>
          <a:solidFill>
            <a:srgbClr val="16803A"/>
          </a:solidFill>
          <a:ln w="12700">
            <a:solidFill>
              <a:srgbClr val="1680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62072" y="247802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70632" y="28895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42E"/>
                </a:solidFill>
              </a:rPr>
              <a:t>Generate assets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97480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084"/>
                </a:solidFill>
              </a:rPr>
              <a:t>Infinigen factories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364992" y="2560320"/>
            <a:ext cx="1207008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38344" y="2359152"/>
            <a:ext cx="411480" cy="411480"/>
          </a:xfrm>
          <a:prstGeom prst="ellipse">
            <a:avLst/>
          </a:prstGeom>
          <a:solidFill>
            <a:srgbClr val="EA6A1A"/>
          </a:solidFill>
          <a:ln w="12700">
            <a:solidFill>
              <a:srgbClr val="EA6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38344" y="247802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46904" y="28895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42E"/>
                </a:solidFill>
              </a:rPr>
              <a:t>Place with rules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73752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084"/>
                </a:solidFill>
              </a:rPr>
              <a:t>lamp on desk surface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41264" y="2560320"/>
            <a:ext cx="1207008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14616" y="2359152"/>
            <a:ext cx="411480" cy="411480"/>
          </a:xfrm>
          <a:prstGeom prst="ellipse">
            <a:avLst/>
          </a:prstGeom>
          <a:solidFill>
            <a:srgbClr val="6D45B8"/>
          </a:solidFill>
          <a:ln w="12700">
            <a:solidFill>
              <a:srgbClr val="6D45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14616" y="247802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23176" y="28895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42E"/>
                </a:solidFill>
              </a:rPr>
              <a:t>Write records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50024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084"/>
                </a:solidFill>
              </a:rPr>
              <a:t>scripts + scene_index.json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717536" y="2560320"/>
            <a:ext cx="1207008" cy="0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390888" y="2359152"/>
            <a:ext cx="411480" cy="4114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90888" y="2478024"/>
            <a:ext cx="411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99448" y="288950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42E"/>
                </a:solidFill>
              </a:rPr>
              <a:t>Render &amp; verify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226296" y="3200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7084"/>
                </a:solidFill>
              </a:rPr>
              <a:t>camera + visual verifier</a:t>
            </a:r>
            <a:endParaRPr lang="en-US" sz="850" dirty="0"/>
          </a:p>
        </p:txBody>
      </p:sp>
      <p:pic>
        <p:nvPicPr>
          <p:cNvPr id="30" name="Image 0" descr="/Users/ll/Gosim2026-Paris/renders/render_20260505_2125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977640"/>
            <a:ext cx="3291840" cy="1856232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685800" y="3977640"/>
            <a:ext cx="3291840" cy="1856232"/>
          </a:xfrm>
          <a:prstGeom prst="rect">
            <a:avLst/>
          </a:prstGeom>
          <a:solidFill>
            <a:srgbClr val="000000">
              <a:alpha val="0"/>
            </a:srgbClr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343400" y="3913632"/>
            <a:ext cx="6720840" cy="1965960"/>
          </a:xfrm>
          <a:prstGeom prst="roundRect">
            <a:avLst>
              <a:gd name="adj" fmla="val 186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489704" y="4059936"/>
            <a:ext cx="6446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1FA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Later edit: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1FA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\editing make the desk marble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1FAE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SCRIPT3D resolves the desk record, respawns a compatible asset, preserves the old bounding box, updates metadata, and renders again.</a:t>
            </a:r>
            <a:endParaRPr lang="en-US" sz="920" dirty="0"/>
          </a:p>
        </p:txBody>
      </p:sp>
      <p:sp>
        <p:nvSpPr>
          <p:cNvPr id="34" name="Text 31"/>
          <p:cNvSpPr/>
          <p:nvPr/>
        </p:nvSpPr>
        <p:spPr>
          <a:xfrm>
            <a:off x="1600200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GOSIM 2026 Paris Hackathon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TECHNICAL DEPTH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42E"/>
                </a:solidFill>
              </a:rPr>
              <a:t>What is technically different</a:t>
            </a:r>
            <a:endParaRPr lang="en-US" sz="2500" dirty="0"/>
          </a:p>
        </p:txBody>
      </p:sp>
      <p:pic>
        <p:nvPicPr>
          <p:cNvPr id="4" name="Image 0" descr="/Users/ll/Gosim2026-Paris/pic_readme/high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234440"/>
            <a:ext cx="1078992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234440"/>
            <a:ext cx="10789920" cy="2240280"/>
          </a:xfrm>
          <a:prstGeom prst="rect">
            <a:avLst/>
          </a:prstGeom>
          <a:solidFill>
            <a:srgbClr val="000000">
              <a:alpha val="0"/>
            </a:srgbClr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3886200"/>
            <a:ext cx="5166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3886200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41832" y="408736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Structured tool calls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41832" y="4480560"/>
            <a:ext cx="4782312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No arbitrary bpy code is sent to Blender; actions are auditable.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45352" y="3886200"/>
            <a:ext cx="5166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45352" y="3886200"/>
            <a:ext cx="73152" cy="749808"/>
          </a:xfrm>
          <a:prstGeom prst="rect">
            <a:avLst/>
          </a:prstGeom>
          <a:solidFill>
            <a:srgbClr val="16803A"/>
          </a:solidFill>
          <a:ln w="12700">
            <a:solidFill>
              <a:srgbClr val="1680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408736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Record-backed editing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73952" y="4480560"/>
            <a:ext cx="4782312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Edits use stored factory, seed, script path, and bounding box.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13232" y="4846320"/>
            <a:ext cx="5166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4846320"/>
            <a:ext cx="73152" cy="749808"/>
          </a:xfrm>
          <a:prstGeom prst="rect">
            <a:avLst/>
          </a:prstGeom>
          <a:solidFill>
            <a:srgbClr val="EA6A1A"/>
          </a:solidFill>
          <a:ln w="12700">
            <a:solidFill>
              <a:srgbClr val="EA6A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" y="50474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Scene-aware placement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41832" y="5440680"/>
            <a:ext cx="4782312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place_on, place_near, wall placement, physics cleanup, scale sanity.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245352" y="4846320"/>
            <a:ext cx="5166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45352" y="4846320"/>
            <a:ext cx="73152" cy="749808"/>
          </a:xfrm>
          <a:prstGeom prst="rect">
            <a:avLst/>
          </a:prstGeom>
          <a:solidFill>
            <a:srgbClr val="6D45B8"/>
          </a:solidFill>
          <a:ln w="12700">
            <a:solidFill>
              <a:srgbClr val="6D45B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3952" y="5047488"/>
            <a:ext cx="4782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Verification loop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73952" y="5440680"/>
            <a:ext cx="4782312" cy="-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Render-based checks produce targeted correction instructions.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600200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GOSIM 2026 Paris Hackathon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383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</a:rPr>
              <a:t>USER WORKFLOW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7142E"/>
                </a:solidFill>
              </a:rPr>
              <a:t>Built for hackathon demos and real iteration loops</a:t>
            </a:r>
            <a:endParaRPr lang="en-US" sz="2500" dirty="0"/>
          </a:p>
        </p:txBody>
      </p:sp>
      <p:pic>
        <p:nvPicPr>
          <p:cNvPr id="4" name="Image 0" descr="/Users/ll/Gosim2026-Paris/asserts/ui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25880"/>
            <a:ext cx="5303520" cy="31363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325880"/>
            <a:ext cx="5303520" cy="3136392"/>
          </a:xfrm>
          <a:prstGeom prst="rect">
            <a:avLst/>
          </a:prstGeom>
          <a:solidFill>
            <a:srgbClr val="000000">
              <a:alpha val="0"/>
            </a:srgbClr>
          </a:solidFill>
          <a:ln w="8890">
            <a:solidFill>
              <a:srgbClr val="D7DE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46520" y="14173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7142E"/>
                </a:solidFill>
              </a:rPr>
              <a:t>Two planning paths share the same Blender command surface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73952" y="2084832"/>
            <a:ext cx="44805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73952" y="2084832"/>
            <a:ext cx="73152" cy="8961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02552" y="228600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LLM function-calling path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02552" y="2679192"/>
            <a:ext cx="40965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Used by Gradio UI for flexible natural-language workflows and streamed progress.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73952" y="3273552"/>
            <a:ext cx="44805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73952" y="3273552"/>
            <a:ext cx="73152" cy="896112"/>
          </a:xfrm>
          <a:prstGeom prst="rect">
            <a:avLst/>
          </a:prstGeom>
          <a:solidFill>
            <a:srgbClr val="16803A"/>
          </a:solidFill>
          <a:ln w="12700">
            <a:solidFill>
              <a:srgbClr val="16803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02552" y="347472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Deterministic rule planner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702552" y="3867912"/>
            <a:ext cx="40965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Useful for offline demos, repeatable tests, and environments without LLM access.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73952" y="4462272"/>
            <a:ext cx="448056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73952" y="4462272"/>
            <a:ext cx="73152" cy="896112"/>
          </a:xfrm>
          <a:prstGeom prst="rect">
            <a:avLst/>
          </a:prstGeom>
          <a:solidFill>
            <a:srgbClr val="EA6A1A"/>
          </a:solidFill>
          <a:ln w="12700">
            <a:solidFill>
              <a:srgbClr val="EA6A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02552" y="4663440"/>
            <a:ext cx="4096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7142E"/>
                </a:solidFill>
              </a:rPr>
              <a:t>CLI + UI support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702552" y="5056632"/>
            <a:ext cx="409651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27084"/>
                </a:solidFill>
              </a:rPr>
              <a:t>Open, inspect, generate, edit, place, render, save, and verify in both modes.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73952" y="568756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084"/>
                </a:solidFill>
              </a:rPr>
              <a:t>Demo safety: if remote planning fails, the system still has deterministic fallback control.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600200" y="651967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GOSIM 2026 Paris Hackathon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418"/>
          </a:solidFill>
          <a:ln w="12700">
            <a:solidFill>
              <a:srgbClr val="101418"/>
            </a:solidFill>
            <a:prstDash val="solid"/>
          </a:ln>
        </p:spPr>
      </p:sp>
      <p:pic>
        <p:nvPicPr>
          <p:cNvPr id="3" name="Image 0" descr="/Users/ll/Gosim2026-Paris/pic_readme/ic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621792" cy="6217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1323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SCRIPT3D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58368" y="1554480"/>
            <a:ext cx="6766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From random guesses to engineered 3D assets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85800" y="26974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8D3E2"/>
                </a:solidFill>
              </a:rPr>
              <a:t>Judge the project by whether assets can be regenerated, edited, placed, inspected, and verified after the first generation.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31520" y="429768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455371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Demo now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4892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7EEF8"/>
                </a:solidFill>
              </a:rPr>
              <a:t>Natural language -&gt; Blender -&gt; metadata -&gt; render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434840" y="429768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455371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Next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63440" y="4892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7EEF8"/>
                </a:solidFill>
              </a:rPr>
              <a:t>Broader factories, richer edit parameters, stronger verifier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138160" y="4297680"/>
            <a:ext cx="3246120" cy="1097280"/>
          </a:xfrm>
          <a:prstGeom prst="roundRect">
            <a:avLst>
              <a:gd name="adj" fmla="val 5000"/>
            </a:avLst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455371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66760" y="48920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7EEF8"/>
                </a:solidFill>
              </a:rPr>
              <a:t>3D creation becomes iterative, reproducible, and controllable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13232" y="61722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GOSIM 2026 Paris Hackathon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GOSIM 2026 Paris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SCRIPT3D</dc:title>
  <dc:subject>SCRIPT3D hackathon presentation</dc:subject>
  <dc:creator>SCRIPT3D Team</dc:creator>
  <cp:lastModifiedBy>SCRIPT3D Team</cp:lastModifiedBy>
  <cp:revision>1</cp:revision>
  <dcterms:created xsi:type="dcterms:W3CDTF">2026-05-06T11:02:15Z</dcterms:created>
  <dcterms:modified xsi:type="dcterms:W3CDTF">2026-05-06T11:02:15Z</dcterms:modified>
</cp:coreProperties>
</file>